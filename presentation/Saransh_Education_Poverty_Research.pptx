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🌍 Education Spending &amp; Poverty Reduction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Research Study by Saransh (2000-2023)</a:t>
            </a:r>
          </a:p>
          <a:p>
            <a:r>
              <a:t>G7 + India + China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Research Question &amp; Hypothesis</a:t>
            </a:r>
          </a:p>
          <a:p>
            <a:pPr>
              <a:defRPr sz="1800"/>
            </a:pPr>
            <a:r>
              <a:t>2. Methodology (9 Countries, 23 Years)</a:t>
            </a:r>
          </a:p>
          <a:p>
            <a:pPr>
              <a:defRPr sz="1800"/>
            </a:pPr>
            <a:r>
              <a:t>3. Key Finding: Education vs Poverty</a:t>
            </a:r>
          </a:p>
          <a:p>
            <a:pPr>
              <a:defRPr sz="1800"/>
            </a:pPr>
            <a:r>
              <a:t>4. Country-by-Country Analysis</a:t>
            </a:r>
          </a:p>
          <a:p>
            <a:pPr>
              <a:defRPr sz="1800"/>
            </a:pPr>
            <a:r>
              <a:t>5. Policy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❓ Does increased government spending on education reduce poverty rates?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📌 Hypothesis:</a:t>
            </a:r>
          </a:p>
          <a:p>
            <a:pPr>
              <a:defRPr sz="1800"/>
            </a:pPr>
            <a:r>
              <a:t>   • Higher education spending → Lower poverty rates</a:t>
            </a:r>
          </a:p>
          <a:p>
            <a:pPr>
              <a:defRPr sz="1800"/>
            </a:pPr>
            <a:r>
              <a:t>   • Education improves human capital &amp; employability</a:t>
            </a:r>
          </a:p>
          <a:p>
            <a:pPr>
              <a:defRPr sz="1800"/>
            </a:pPr>
            <a:r>
              <a:t>   • Educated populations have higher earning potential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🌍 Countries: USA, UK, France, Germany, Japan, Italy, Canada, India, China</a:t>
            </a:r>
          </a:p>
          <a:p>
            <a:pPr>
              <a:defRPr sz="1800"/>
            </a:pPr>
            <a:r>
              <a:t>⏳ Time Period: 2000 – 2023 (23 years)</a:t>
            </a:r>
          </a:p>
          <a:p>
            <a:pPr>
              <a:defRPr sz="1800"/>
            </a:pPr>
            <a:r>
              <a:t>📊 Variables:</a:t>
            </a:r>
          </a:p>
          <a:p>
            <a:pPr>
              <a:defRPr sz="1800"/>
            </a:pPr>
            <a:r>
              <a:t>   • Independent: Education spending (% of GDP)</a:t>
            </a:r>
          </a:p>
          <a:p>
            <a:pPr>
              <a:defRPr sz="1800"/>
            </a:pPr>
            <a:r>
              <a:t>   • Dependent: Poverty headcount ($2.15/day)</a:t>
            </a:r>
          </a:p>
          <a:p>
            <a:pPr>
              <a:defRPr sz="1800"/>
            </a:pPr>
            <a:r>
              <a:t>📈 Statistical Methods:</a:t>
            </a:r>
          </a:p>
          <a:p>
            <a:pPr>
              <a:defRPr sz="1800"/>
            </a:pPr>
            <a:r>
              <a:t>   • Pearson Correlation (r), Linear Regression (R²)</a:t>
            </a:r>
          </a:p>
          <a:p>
            <a:pPr>
              <a:defRPr sz="1800"/>
            </a:pPr>
            <a:r>
              <a:t>   • Elasticity Analysis (% change in poverty)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Scatter Plot: Education vs Poverty</a:t>
            </a:r>
          </a:p>
        </p:txBody>
      </p:sp>
      <p:pic>
        <p:nvPicPr>
          <p:cNvPr id="3" name="Picture 2" descr="slid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Poverty Reduction Trends (2000-2023)</a:t>
            </a:r>
          </a:p>
        </p:txBody>
      </p:sp>
      <p:pic>
        <p:nvPicPr>
          <p:cNvPr id="3" name="Picture 2" descr="slide_povert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Research Summary: Correlation Matrix</a:t>
            </a:r>
          </a:p>
        </p:txBody>
      </p:sp>
      <p:pic>
        <p:nvPicPr>
          <p:cNvPr id="3" name="Picture 2" descr="sli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🇮🇳 India: Strongest negative correlation (r = -0.461)</a:t>
            </a:r>
          </a:p>
          <a:p>
            <a:pPr>
              <a:defRPr sz="1800"/>
            </a:pPr>
            <a:r>
              <a:t>   → Every 1% education increase reduces poverty by 1.75%</a:t>
            </a:r>
          </a:p>
          <a:p>
            <a:pPr>
              <a:defRPr sz="1800"/>
            </a:pPr>
            <a:r>
              <a:t>🇺🇸 USA: Weaker correlation (r = 0.456) – other factors matter</a:t>
            </a:r>
          </a:p>
          <a:p>
            <a:pPr>
              <a:defRPr sz="1800"/>
            </a:pPr>
            <a:r>
              <a:t>🇨🇳 China: Neutral correlation (r = 0.080) – poverty dropped due to GDP growth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Conclusion: Education spending is MOST effective in developing economies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Increase education spending in developing economies (highest ROI)</a:t>
            </a:r>
          </a:p>
          <a:p>
            <a:pPr>
              <a:defRPr sz="1800"/>
            </a:pPr>
            <a:r>
              <a:t>✅ Maintain consistent, long-term investment (results compound over time)</a:t>
            </a:r>
          </a:p>
          <a:p>
            <a:pPr>
              <a:defRPr sz="1800"/>
            </a:pPr>
            <a:r>
              <a:t>✅ Combine education with job creation &amp; healthcare for maximum impact</a:t>
            </a:r>
          </a:p>
          <a:p>
            <a:pPr>
              <a:defRPr sz="1800"/>
            </a:pPr>
            <a:r>
              <a:t>✅ Developed nations: Focus on quality, not just quantity of spending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Source: World Bank &amp; IMF (Synthetic Data)</a:t>
            </a:r>
          </a:p>
          <a:p>
            <a:r>
              <a:t>Research Paper &amp; Dashboard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